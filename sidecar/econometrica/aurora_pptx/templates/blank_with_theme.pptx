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Aurora AI">
  <a:themeElements>
    <a:clrScheme name="Aurora AI">
      <a:dk1>
        <a:srgbClr val="0A1628"/>
      </a:dk1>
      <a:lt1>
        <a:srgbClr val="FFFFFF"/>
      </a:lt1>
      <a:dk2>
        <a:srgbClr val="1E3A5F"/>
      </a:dk2>
      <a:lt2>
        <a:srgbClr val="F7F5EE"/>
      </a:lt2>
      <a:accent1>
        <a:srgbClr val="0A6F7A"/>
      </a:accent1>
      <a:accent2>
        <a:srgbClr val="3EB661"/>
      </a:accent2>
      <a:accent3>
        <a:srgbClr val="D3086F"/>
      </a:accent3>
      <a:accent4>
        <a:srgbClr val="FA823C"/>
      </a:accent4>
      <a:accent5>
        <a:srgbClr val="6633CC"/>
      </a:accent5>
      <a:accent6>
        <a:srgbClr val="4CCACD"/>
      </a:accent6>
      <a:hlink>
        <a:srgbClr val="C5A46D"/>
      </a:hlink>
      <a:folHlink>
        <a:srgbClr val="8C7142"/>
      </a:folHlink>
    </a:clrScheme>
    <a:fontScheme name="Aurora AI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Aurora 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